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099056e929482b" /><Relationship Type="http://schemas.openxmlformats.org/officeDocument/2006/relationships/extended-properties" Target="/docProps/app.xml" Id="R76e22ebf6ff143f3" /><Relationship Type="http://schemas.openxmlformats.org/officeDocument/2006/relationships/officeDocument" Target="/ppt/presentation.xml" Id="R5342f3d98e5a48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7ed64685e4275"/>
  </p:sldMasterIdLst>
  <p:notesMasterIdLst>
    <p:notesMasterId xmlns:r="http://schemas.openxmlformats.org/officeDocument/2006/relationships" r:id="R810ae2f8f22f49c2"/>
  </p:notesMasterIdLst>
  <p:sldIdLst>
    <p:sldId xmlns:r="http://schemas.openxmlformats.org/officeDocument/2006/relationships" id="256" r:id="R005f2b8ac3604c1f"/>
    <p:sldId xmlns:r="http://schemas.openxmlformats.org/officeDocument/2006/relationships" id="257" r:id="Rf6cc9061da7343ce"/>
    <p:sldId xmlns:r="http://schemas.openxmlformats.org/officeDocument/2006/relationships" id="258" r:id="R4924fb1c49714853"/>
    <p:sldId xmlns:r="http://schemas.openxmlformats.org/officeDocument/2006/relationships" id="259" r:id="R0352aad25850452f"/>
    <p:sldId xmlns:r="http://schemas.openxmlformats.org/officeDocument/2006/relationships" id="260" r:id="Rb64793bb94e0461f"/>
    <p:sldId xmlns:r="http://schemas.openxmlformats.org/officeDocument/2006/relationships" id="261" r:id="R956dd18025c34828"/>
    <p:sldId xmlns:r="http://schemas.openxmlformats.org/officeDocument/2006/relationships" id="262" r:id="Re947dd23bdd74c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872bf3921d4435" /><Relationship Type="http://schemas.openxmlformats.org/officeDocument/2006/relationships/slideMaster" Target="/ppt/slideMasters/slideMaster1.xml" Id="Rae47ed64685e4275" /><Relationship Type="http://schemas.openxmlformats.org/officeDocument/2006/relationships/notesMaster" Target="/ppt/notesMasters/notesMaster1.xml" Id="R810ae2f8f22f49c2" /><Relationship Type="http://schemas.openxmlformats.org/officeDocument/2006/relationships/presProps" Target="/ppt/presProps.xml" Id="R1ef4668e7d424f23" /><Relationship Type="http://schemas.openxmlformats.org/officeDocument/2006/relationships/tableStyles" Target="/ppt/tableStyles.xml" Id="R269486edf4ff497d" /><Relationship Type="http://schemas.openxmlformats.org/officeDocument/2006/relationships/slide" Target="/ppt/slides/slide1.xml" Id="R005f2b8ac3604c1f" /><Relationship Type="http://schemas.openxmlformats.org/officeDocument/2006/relationships/slide" Target="/ppt/slides/slide2.xml" Id="Rf6cc9061da7343ce" /><Relationship Type="http://schemas.openxmlformats.org/officeDocument/2006/relationships/slide" Target="/ppt/slides/slide3.xml" Id="R4924fb1c49714853" /><Relationship Type="http://schemas.openxmlformats.org/officeDocument/2006/relationships/slide" Target="/ppt/slides/slide4.xml" Id="R0352aad25850452f" /><Relationship Type="http://schemas.openxmlformats.org/officeDocument/2006/relationships/slide" Target="/ppt/slides/slide5.xml" Id="Rb64793bb94e0461f" /><Relationship Type="http://schemas.openxmlformats.org/officeDocument/2006/relationships/slide" Target="/ppt/slides/slide6.xml" Id="R956dd18025c34828" /><Relationship Type="http://schemas.openxmlformats.org/officeDocument/2006/relationships/slide" Target="/ppt/slides/slide7.xml" Id="Re947dd23bdd74c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b0cbb5eee45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d4658ddf644ec6" /><Relationship Type="http://schemas.openxmlformats.org/officeDocument/2006/relationships/notesMaster" Target="/ppt/notesMasters/notesMaster1.xml" Id="R26e00b3728b546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75e69005147fd" /><Relationship Type="http://schemas.openxmlformats.org/officeDocument/2006/relationships/notesMaster" Target="/ppt/notesMasters/notesMaster1.xml" Id="Rf4e21410645b43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12a9cc4ba64ce5" /><Relationship Type="http://schemas.openxmlformats.org/officeDocument/2006/relationships/notesMaster" Target="/ppt/notesMasters/notesMaster1.xml" Id="R6c233fa401de49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c290569ea047a5" /><Relationship Type="http://schemas.openxmlformats.org/officeDocument/2006/relationships/notesMaster" Target="/ppt/notesMasters/notesMaster1.xml" Id="R9670e5836b7f4c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0dddcadbbc4e35" /><Relationship Type="http://schemas.openxmlformats.org/officeDocument/2006/relationships/notesMaster" Target="/ppt/notesMasters/notesMaster1.xml" Id="Ra5bdc191073745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5030f950704304" /><Relationship Type="http://schemas.openxmlformats.org/officeDocument/2006/relationships/notesMaster" Target="/ppt/notesMasters/notesMaster1.xml" Id="Rd274ccdb0ea642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4851d1c0ce47a1" /><Relationship Type="http://schemas.openxmlformats.org/officeDocument/2006/relationships/notesMaster" Target="/ppt/notesMasters/notesMaster1.xml" Id="R1b0ea65623b746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3e8b13a694d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ff455b5f0f4e42" /><Relationship Type="http://schemas.openxmlformats.org/officeDocument/2006/relationships/slideLayout" Target="/ppt/slideLayouts/slideLayout1.xml" Id="Rf1b7ac66d0304f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b7ac66d0304f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d42a6b2244d9f" /><Relationship Type="http://schemas.openxmlformats.org/officeDocument/2006/relationships/notesSlide" Target="/ppt/notesSlides/notesSlide1.xml" Id="R79d88d6ad351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dd2d21ca8481e" /><Relationship Type="http://schemas.openxmlformats.org/officeDocument/2006/relationships/notesSlide" Target="/ppt/notesSlides/notesSlide2.xml" Id="R037d6fd3ab8148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5f1cb545047f3" /><Relationship Type="http://schemas.openxmlformats.org/officeDocument/2006/relationships/notesSlide" Target="/ppt/notesSlides/notesSlide3.xml" Id="R698c62bc0a1840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cd68aac648e8" /><Relationship Type="http://schemas.openxmlformats.org/officeDocument/2006/relationships/notesSlide" Target="/ppt/notesSlides/notesSlide4.xml" Id="Rc18e60fa155e4b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84b3fbbe49c7" /><Relationship Type="http://schemas.openxmlformats.org/officeDocument/2006/relationships/notesSlide" Target="/ppt/notesSlides/notesSlide5.xml" Id="Rcaed8e1ca6064f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b90b253834289" /><Relationship Type="http://schemas.openxmlformats.org/officeDocument/2006/relationships/notesSlide" Target="/ppt/notesSlides/notesSlide6.xml" Id="R6c28f7ecfc6248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a349d24ee471a" /><Relationship Type="http://schemas.openxmlformats.org/officeDocument/2006/relationships/notesSlide" Target="/ppt/notesSlides/notesSlide7.xml" Id="Re5d6cd9724ff4e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F791F-97EA-4DE9-B999-30533914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33AF8-F95E-4E8C-BE2F-2C703E83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0"/>
            <a:ext cx="388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33EF8-05ED-4C65-A0DA-FFFE9BF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 spc="3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050" b="1" spc="3">
                <a:solidFill>
                  <a:srgbClr val="83E4C2"/>
                </a:solidFill>
                <a:latin typeface="Aptos"/>
                <a:ea typeface="Aptos"/>
                <a:cs typeface="Aptos"/>
              </a:rPr>
              <a:t>TYŃDA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17376-B353-4864-AB8B-D430C36D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76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Голосовой робот</a:t>
            </a:r>
          </a:p>
          <a:p xmlns:a="http://schemas.openxmlformats.org/drawingml/2006/main">
            <a:pPr>
              <a:defRPr sz="43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с LLM-роутером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9F92E-F5FF-46F7-8E89-614A9EE2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Сценарий выбирает LLM. Супервизор видит логику решения и задержку каждого этапа.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76C28-8C67-4BA4-BF86-B232E33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E4C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178C6-252D-485B-B452-F8A97C5A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HackAlem AI × Halyk · Кейс Voice 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84679-471A-4EB4-8BF4-1769889E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83E4C2"/>
                </a:solidFill>
                <a:latin typeface="Aptos"/>
                <a:ea typeface="Aptos"/>
                <a:cs typeface="Aptos"/>
              </a:rPr>
              <a:t>КАЖДАЯ РЕПЛИКА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44875-942B-45E5-847C-ADF4C64A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Голос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693CB-29B4-4FC5-B77F-16C320BE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8C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8C8FF"/>
                </a:solidFill>
                <a:latin typeface="Aptos"/>
                <a:ea typeface="Aptos"/>
                <a:cs typeface="Aptos"/>
              </a:rPr>
              <a:t>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9797F-7AAF-4FA4-998F-81657247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LLM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052DB-D50A-4B3A-B57F-82D51C62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433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B8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B874"/>
                </a:solidFill>
                <a:latin typeface="Aptos"/>
                <a:ea typeface="Aptos"/>
                <a:cs typeface="Aptos"/>
              </a:rPr>
              <a:t>Ответ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2B5AF-8410-4B9F-9544-8E08C7A8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336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56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D8AF4-1484-4883-8E55-63B3BF4C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90825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5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F5AF1-1951-43E4-B986-0A2423B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4805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5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C4703-3F3F-44BA-A9E3-39BCBB0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6 этапов · объяснимый trace</a:t>
            </a:r>
          </a:p>
        </p:txBody>
      </p:sp>
    </p:spTree>
    <p:extLst>
      <p:ext uri="{BB962C8B-B14F-4D97-AF65-F5344CB8AC3E}">
        <p14:creationId xmlns:p14="http://schemas.microsoft.com/office/powerpoint/2010/main" val="977741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20E63-471D-4C23-AD98-DE1019C1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83E4C2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B95A6-5D34-4D4C-82EE-0ACC6169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Контакт-центру нужен верный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C3D8D-CF24-4682-A026-2EE7276F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Качество речи недостаточно, если система выбирает не то действие.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3C120-4CF7-4530-85E9-D957EF1F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B6C2"/>
                </a:solidFill>
                <a:latin typeface="Aptos"/>
                <a:ea typeface="Aptos"/>
                <a:cs typeface="Aptos"/>
              </a:rPr>
              <a:t>Фраза клиента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507F7-AE2D-4FDD-B35B-5BCEC412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476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1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«Я оплатил вчера, деньги списались,</a:t>
            </a:r>
          </a:p>
          <a:p xmlns:a="http://schemas.openxmlformats.org/drawingml/2006/main">
            <a:pPr>
              <a:defRPr sz="18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заказ не подтвердился. И адрес надо поменять»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E86AB-3032-475C-A196-58441FB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5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776B0-5C89-43D7-B911-F79C5B5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B6C2"/>
                </a:solidFill>
                <a:latin typeface="Aptos"/>
                <a:ea typeface="Aptos"/>
                <a:cs typeface="Aptos"/>
              </a:rPr>
              <a:t>Обычный маршрут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4BEAD-0674-42E2-B0FB-3DC7CA17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68AB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68AB7"/>
                </a:solidFill>
                <a:latin typeface="Aptos"/>
                <a:ea typeface="Aptos"/>
                <a:cs typeface="Aptos"/>
              </a:rPr>
              <a:t>Одна метка</a:t>
            </a:r>
          </a:p>
          <a:p xmlns:a="http://schemas.openxmlformats.org/drawingml/2006/main">
            <a:pPr>
              <a:defRPr sz="1575" b="1">
                <a:solidFill>
                  <a:srgbClr val="E68AB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68AB7"/>
                </a:solidFill>
                <a:latin typeface="Aptos"/>
                <a:ea typeface="Aptos"/>
                <a:cs typeface="Aptos"/>
              </a:rPr>
              <a:t>потерян второй 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F4B3C-0BEF-4635-A467-2B787DCB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Tyńda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BAD74-6701-4AF4-955F-DAC1938E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457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Выбирает основную задачу,</a:t>
            </a:r>
          </a:p>
          <a:p xmlns:a="http://schemas.openxmlformats.org/drawingml/2006/main">
            <a:pPr>
              <a:defRPr sz="18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сохраняет вторую в очередь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1A617-8A58-4D55-84F0-CED04BC6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3852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5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B77D2-F20E-4CE8-BFBB-7572CE2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B6C2"/>
                </a:solidFill>
                <a:latin typeface="Aptos"/>
                <a:ea typeface="Aptos"/>
                <a:cs typeface="Aptos"/>
              </a:rPr>
              <a:t>Супервизор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F42FA-9A52-424F-8F84-4B5C874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Видит маршрут, альтернативы</a:t>
            </a:r>
          </a:p>
          <a:p xmlns:a="http://schemas.openxmlformats.org/drawingml/2006/main">
            <a:pPr>
              <a:defRPr sz="157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и задержку каждого этапа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50F01-9798-4AAF-B5CD-F36C1F7B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Tyńda · HackAlem AI × Halyk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3F595-21BF-438C-9756-963D433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2507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FE583-DE42-4D7B-826C-A2945D01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83E4C2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C1AAD-7BF4-4564-9FA5-0D016699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Диалог с двумя задачами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CE006-9296-4B9C-9074-269EAC23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Интерфейс показывает только то, что нужно клиенту и супервизору.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6EE59-B57F-4D31-9E01-4CF80B5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47625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ACD24-3E14-49DA-A928-2CB0D7D4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B6C2"/>
                </a:solidFill>
                <a:latin typeface="Aptos"/>
                <a:ea typeface="Aptos"/>
                <a:cs typeface="Aptos"/>
              </a:rPr>
              <a:t>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AA201-1628-40B2-9E7E-776F8E10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2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Я вчера оплатил, деньги списались,</a:t>
            </a:r>
          </a:p>
          <a:p xmlns:a="http://schemas.openxmlformats.org/drawingml/2006/main">
            <a:pPr>
              <a:defRPr sz="150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а заказ не подтвердился. И адрес надо поменять.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CCED8-2973-4562-888C-0A380BD8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5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09BAD-9E80-4F13-94A1-95495B4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Tyńda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996A4-46F3-4139-8291-9064A796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Проверю подтверждение заказа.</a:t>
            </a:r>
          </a:p>
          <a:p xmlns:a="http://schemas.openxmlformats.org/drawingml/2006/main">
            <a:pPr>
              <a:defRPr sz="150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После этого вернёмся к новому адресу.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9BCA6-89AE-43C4-88F2-646EA200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Решение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E36AD-B1D0-4075-B0F3-02B2B0C3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3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payment_not_confirmed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2328E-08AD-4EF1-A9C4-7A6EFBA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717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Основная задача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DD2DC-DEDC-4A20-A499-C72C6909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56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E085E-9294-45C4-B935-BB75AA7A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8C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8C8FF"/>
                </a:solidFill>
                <a:latin typeface="Aptos"/>
                <a:ea typeface="Aptos"/>
                <a:cs typeface="Aptos"/>
              </a:rPr>
              <a:t>additional_intent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FCC6F-7F12-43D8-BB65-C50A99D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change_delivery_address · 0.81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27A34-7390-4F2C-9F10-93EFBA61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Второй вопрос сохранён, а не потерян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B9FDF-6199-441A-95D2-413E4F25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Tyńda · HackAlem AI × Halyk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884B9-8C66-4A36-8E59-DC1BADC9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5089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247572-CE98-44A8-915B-4ADC677E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83E4C2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305B7-32CE-4ABA-9F66-C06D465B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Трассировка вместо чёрного ящика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9736F-0EA2-41F7-99B0-637CE256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После каждого поворота видны текст, причина выбора, альтернативы и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2F15-F9BF-4DFC-97F1-4B252F7D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A1EA8-835F-42F4-8B7B-4B5A4B49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33600"/>
            <a:ext cx="5334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E67E5-A9C8-4913-973C-43934B41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33600"/>
            <a:ext cx="261938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C8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D0E64-7C46-4118-9CE1-A7DCDDCB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22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79291-C0DA-43C2-AC4F-53A61D03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STT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5D416-70F7-40C8-9847-6E8231C2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47950"/>
            <a:ext cx="5334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FE0AE-B51B-49B9-A9D4-BF033D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47950"/>
            <a:ext cx="2155031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9EF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F543A-AA4B-4369-AC97-74D8DD3D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181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4FA1C-B9F9-423B-9400-CBFA348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LLM 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3B6BC-9C5C-4D8A-98E7-125D1AF4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62300"/>
            <a:ext cx="5334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83B96-FE9B-45D3-84CE-A4449712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62300"/>
            <a:ext cx="4572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E4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6D0B1-6671-4EEB-B32E-3660838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384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4AF4E-1D41-4683-8880-EE8813AB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Executor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8E1BA-5617-49DE-AE37-3F2C9F54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76650"/>
            <a:ext cx="5334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A1D8B-E3FD-4149-BBC6-5EA878A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76650"/>
            <a:ext cx="1119188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7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67C5F-DDC1-44D6-946F-2BABB38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94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44D47-A20B-4438-82D0-F2FD95AD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First audio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19840-ECAF-41EC-97B9-DF0AA1D9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5334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78759-A202-4E83-A6C4-AB25F5D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1750219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8AB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1916A-33E9-46D2-A430-6F69EF80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147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5421C2-D36D-4031-9F59-A803C123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828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5A70D-3571-4FDF-BF94-944BD036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конец фразы → первый звук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669FF-71ED-4857-B6DA-BBF74527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2419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C22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F9B346-F6CA-4CF5-B19F-CA131720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86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83E4C2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9D504-C1F4-48DB-8B93-701B5AC8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00525"/>
            <a:ext cx="176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route</a:t>
            </a:r>
          </a:p>
          <a:p xmlns:a="http://schemas.openxmlformats.org/drawingml/2006/main">
            <a:pPr>
              <a:defRPr sz="12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0.86 confidence</a:t>
            </a:r>
          </a:p>
          <a:p xmlns:a="http://schemas.openxmlformats.org/drawingml/2006/main">
            <a:pPr>
              <a:defRPr sz="12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BDCD9-34C0-4369-A1B7-EE2F12F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Tyńda · HackAlem AI × Halyk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8DD29-E82B-4137-AAAE-4D951CA0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5389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DA93B-482C-4EAC-8556-6A5625D0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83E4C2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A8FA2-90C4-491D-88D7-0B6C7656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Сценарий добавляется без переобучения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46C28-ED28-42AF-B81D-D83D8843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Супервизор меняет каталог, а следующий LLM-вызов получает новое описание.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3DDD7-13DB-4BE4-96AF-F297A46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Новый сценарий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D784E-3531-4438-BD28-B451A3EA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61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Страховой случай</a:t>
            </a:r>
          </a:p>
          <a:p xmlns:a="http://schemas.openxmlformats.org/drawingml/2006/main">
            <a:pPr>
              <a:defRPr sz="217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за границей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1FD8D-ADFD-47C4-AB4A-3909EEF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Назначение и границы</a:t>
            </a:r>
          </a:p>
          <a:p xmlns:a="http://schemas.openxmlformats.org/drawingml/2006/main">
            <a:pPr>
              <a:defRPr sz="13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с соседними сценариями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EA511-4589-4F7D-BAC4-6E7E3D9E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323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Примеры на русском</a:t>
            </a:r>
          </a:p>
          <a:p xmlns:a="http://schemas.openxmlformats.org/drawingml/2006/main">
            <a:pPr>
              <a:defRPr sz="13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и казахском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4EA0D-82C7-4807-8E19-F4FE1731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E4C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79577-0770-4EBC-8BC0-3E26E98E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5AE2F-CE25-4699-874E-81ED7C6D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8C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C8FF"/>
                </a:solidFill>
                <a:latin typeface="Aptos"/>
                <a:ea typeface="Aptos"/>
                <a:cs typeface="Aptos"/>
              </a:rPr>
              <a:t>Следующий запрос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C1E46-351E-41CB-8D1F-EF496738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24225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60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LLM выбирает сценарий</a:t>
            </a:r>
          </a:p>
          <a:p xmlns:a="http://schemas.openxmlformats.org/drawingml/2006/main">
            <a:pPr>
              <a:defRPr sz="202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по описанию и контексту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C50A2-DEC8-47BA-A051-49258862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433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Без обученной модели классов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EA7DE-B58D-44B3-8849-2C3E689E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39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0E98B-1486-41F1-B372-419CE2D3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667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779B2-C271-4EC5-B001-5F856DD5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76625"/>
            <a:ext cx="1095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Новый</a:t>
            </a:r>
          </a:p>
          <a:p xmlns:a="http://schemas.openxmlformats.org/drawingml/2006/main">
            <a:pPr algn="ctr">
              <a:defRPr sz="13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1666B-0C20-4EBA-9EED-3DD11917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Tyńda · HackAlem AI × Halyk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E339C-C484-4F87-B1AA-E53744F8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8097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8F1E4-5315-4DB2-AEF5-4C082354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83E4C2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58968-2AF4-4EEC-9F58-E0F538B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Результат измеряем на holdout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6DBDE-FD1B-4FF9-96C7-F1463DA1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Перед финалом заменяем иллюстративные цифры результатом воспроизводимого eval.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FDCBF-D0AF-443F-9DD9-6FBE7B0E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Top-1 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AB1F4-FE2F-400C-A92C-A7CAAC57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92.4%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1F532-1B88-4CA0-A889-5AA4D9F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Routing p50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38A29-6619-41AD-80DE-A380898A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717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C8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C8FF"/>
                </a:solidFill>
                <a:latin typeface="Aptos"/>
                <a:ea typeface="Aptos"/>
                <a:cs typeface="Aptos"/>
              </a:rPr>
              <a:t>384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33AB8-DED6-4E8A-89ED-F3D6EBA1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Clarify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9DC65-5DD7-45F9-A437-5CBD8837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717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B87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B874"/>
                </a:solidFill>
                <a:latin typeface="Aptos"/>
                <a:ea typeface="Aptos"/>
                <a:cs typeface="Aptos"/>
              </a:rPr>
              <a:t>4.1%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BF106-56AB-4314-81F6-24EAC698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06777-2A41-465C-B1AC-796ECE26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717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8AB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68AB7"/>
                </a:solidFill>
                <a:latin typeface="Aptos"/>
                <a:ea typeface="Aptos"/>
                <a:cs typeface="Aptos"/>
              </a:rPr>
              <a:t>7.3%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F71CF-E756-4B7A-8C1E-B0D92738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Срезы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187C2-D088-47C3-A6BD-44DB4634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DF7FA"/>
                </a:solidFill>
                <a:latin typeface="Aptos"/>
                <a:ea typeface="Aptos"/>
                <a:cs typeface="Aptos"/>
              </a:rPr>
              <a:t>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7A9D5-3BD5-4404-B670-CD22FAC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00500"/>
            <a:ext cx="57150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7DEC0-7E21-4B6A-9E58-B37A93D7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00500"/>
            <a:ext cx="5429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E4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4F22C-94EF-4A90-BA7A-D498FFCB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95%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500DF-1D2F-4EB6-A839-2502432E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DF7FA"/>
                </a:solidFill>
                <a:latin typeface="Aptos"/>
                <a:ea typeface="Aptos"/>
                <a:cs typeface="Aptos"/>
              </a:rPr>
              <a:t>kk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4A770-D775-476C-88A7-4EE3F387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67225"/>
            <a:ext cx="57150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35AF2-C5AF-4AAC-9C23-DE290BE9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67225"/>
            <a:ext cx="50292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E4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67944-FE13-40A4-9D97-D2C3950F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29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88%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318E4-1266-4366-A453-A9FF2507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DF7FA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99D0F-5A86-4809-8535-CA8769E5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33950"/>
            <a:ext cx="57150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5E0A7-3290-4AB5-81CA-5D2FC87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33950"/>
            <a:ext cx="5143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E4C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AD7086-AF11-43C5-84E8-5E6B9B7D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B2731-784E-41F1-A51D-D0D43650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DF7FA"/>
                </a:solidFill>
                <a:latin typeface="Aptos"/>
                <a:ea typeface="Aptos"/>
                <a:cs typeface="Aptos"/>
              </a:rPr>
              <a:t>topic switch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007B9A-1730-4DCC-962A-BCB48194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00675"/>
            <a:ext cx="57150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54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6F21B-A047-4916-AEE1-70410270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00675"/>
            <a:ext cx="4914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E4C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033D10-6704-46EE-B9F7-F6BF0395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625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86%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A69C1B-406E-4F46-9E63-93C618FE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862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5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Метрики на слайде - макет.</a:t>
            </a:r>
          </a:p>
          <a:p xmlns:a="http://schemas.openxmlformats.org/drawingml/2006/main">
            <a:pPr>
              <a:defRPr sz="112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Финальные значения: make eval.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4A4E0-A42C-4087-8C2C-095A1C6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Tyńda · HackAlem AI × Halyk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27F12-1843-41B2-BA6B-A7DCA4B3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36723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3AE3B-7058-488D-A327-59D1C22A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83E4C2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0FC6A-BF8C-4892-A867-7EDBB757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LLM принимает решение, система делает его быстрым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E4EEC-233D-4FA7-AF6E-822774CC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Fast path работает только внутри сценария, который LLM уже выбрала.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E75E4-38DD-41E7-923E-95C575DC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57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A48FF-E052-4B02-8546-71F16A85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8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8C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8C8FF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0D5AA-6F21-4C3A-8CB7-7917F350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микрофон · VAD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A05BC-68B0-432B-B949-DB44D9B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479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CB6C2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003C2-4724-46E7-AFA3-D82FD881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857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4BF1F-6917-4CF3-8FE0-6163AAE8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8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C9E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C9EF9"/>
                </a:solidFill>
                <a:latin typeface="Aptos"/>
                <a:ea typeface="Aptos"/>
                <a:cs typeface="Aptos"/>
              </a:rPr>
              <a:t>STT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9E5D1-BEF8-4E06-B9A1-868ABABE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0375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ru · kk · mixed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B90A4-4F90-4923-ABD8-06D07D99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479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CB6C2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24470-1D2E-4274-A640-FDA6C02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1857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A0676-FC02-4161-B42D-0A28806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98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8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B8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B874"/>
                </a:solidFill>
                <a:latin typeface="Aptos"/>
                <a:ea typeface="Aptos"/>
                <a:cs typeface="Aptos"/>
              </a:rPr>
              <a:t>Dialog 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101B4-E70C-4EA2-8DA7-89443917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контекст · очередь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D8A87-014B-4BC9-828B-0FE1A8F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479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CB6C2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E1FB2-531D-4B33-9FF5-3FFBC193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857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654B4-FDC1-4684-A32B-6248707F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8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LLM 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5A5D3-E67F-4AD7-B2F6-11C58465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0375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29B05-E2D4-45D2-BF3E-BA9D27ED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479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CB6C2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4531B-58BB-4435-B987-11079D0B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857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0A976-664F-43A6-9E96-09A14D7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8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8AB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68AB7"/>
                </a:solidFill>
                <a:latin typeface="Aptos"/>
                <a:ea typeface="Aptos"/>
                <a:cs typeface="Aptos"/>
              </a:rPr>
              <a:t>Executor + TTS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EB1E7-296B-4126-A84C-5186CE1D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0375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ответ ·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4A7BE-7D52-40D5-94C2-683EF3D4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3E4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3E4C2"/>
                </a:solidFill>
                <a:latin typeface="Aptos"/>
                <a:ea typeface="Aptos"/>
                <a:cs typeface="Aptos"/>
              </a:rPr>
              <a:t>Финальное демо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8D818-C7CD-43B7-BE01-0C905328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DF7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DF7FA"/>
                </a:solidFill>
                <a:latin typeface="Aptos"/>
                <a:ea typeface="Aptos"/>
                <a:cs typeface="Aptos"/>
              </a:rPr>
              <a:t>Скажите свою фразу. Мы покажем её маршрут и trace вживую.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472F7-1766-49CF-A18C-4DA2C636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В резерве: текстовый ввод и видео-бэкап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6EF7F6-C473-48D3-B1BD-4981071A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Tyńda · HackAlem AI × Halyk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38645-413F-4B75-A1DC-593341B4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CB6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B6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0182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2026-09-23T10:25:47.8170000Z</dcterms:created>
  <dcterms:modified xsi:type="dcterms:W3CDTF">2026-09-23T10:25:47.8170000Z</dcterms:modified>
</coreProperties>
</file>